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5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ClaimFlow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D9488"/>
                </a:solidFill>
                <a:latin typeface="Calibri"/>
              </a:defRPr>
            </a:pPr>
            <a:r>
              <a:t>AI-Powered Insurance Claims Triage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00400"/>
            <a:ext cx="3962095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Michael Gardner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2E8F0"/>
                </a:solidFill>
                <a:latin typeface="Calibri"/>
              </a:defRPr>
            </a:pPr>
            <a:r>
              <a:t>Tenex AI Strategist — Build First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2E8F0"/>
                </a:solidFill>
                <a:latin typeface="Calibri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The Problem: Manual Triage Wastes Time &amp; Money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4114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F172A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4173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59E0B"/>
                </a:solidFill>
                <a:latin typeface="Calibri"/>
              </a:defRPr>
            </a:pPr>
            <a:r>
              <a:t>15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wasted per claim on manual triage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4114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F172A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0632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59E0B"/>
                </a:solidFill>
                <a:latin typeface="Calibri"/>
              </a:defRPr>
            </a:pPr>
            <a:r>
              <a:t>$1.48M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49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annual waste at 10K claims/month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4114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709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F172A"/>
                </a:solidFill>
                <a:latin typeface="Calibri"/>
              </a:defRPr>
            </a:pPr>
            <a:r>
              <a:t>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7091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59E0B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394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of claims are simple collisions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188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Calibri"/>
              </a:defRPr>
            </a:pPr>
            <a:r>
              <a:t>Current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17373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1. Claim Submitted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02996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15 min — Policyholder fills 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2468880"/>
            <a:ext cx="6217920" cy="7315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94960" y="25146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2. Manual Triage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80720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15 min — Adjuster reads, categorizes  ← THIS IS THE WASTE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2918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3. Manual Assignment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8444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10 min — Manager assigns to adjuster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0690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4. Investigation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436168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2 hours — Adjuster reviews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48463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5. Decision Made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513892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Approved, denied, or escalated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852160"/>
            <a:ext cx="10698480" cy="73152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Calibri"/>
              </a:defRPr>
            </a:pPr>
            <a:r>
              <a:t>Before any investigation begins, adjusters waste 15 minutes deciding if a claim is simple or complex.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Why I Chose This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F172A"/>
                </a:solidFill>
                <a:latin typeface="Calibri"/>
              </a:defRPr>
            </a:pPr>
            <a:r>
              <a:t>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Calibri"/>
              </a:defRPr>
            </a:pPr>
            <a:r>
              <a:t>Personal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37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A couple years ago, I got in a fender bender. The insurance experience was a mess:</a:t>
            </a:r>
            <a:br/>
            <a:r>
              <a:t>• Lost my claim twice</a:t>
            </a:r>
            <a:br/>
            <a:r>
              <a:t>• Re-submitted documentation 3 times</a:t>
            </a:r>
            <a:br/>
            <a:r>
              <a:t>• Took 6 weeks to get paid</a:t>
            </a:r>
            <a:br/>
            <a:br/>
            <a:r>
              <a:t>When I started thinking about problems to solve, I wanted low-hanging fruit that AI could solve today.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33832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Calibri"/>
              </a:defRPr>
            </a:pPr>
            <a:r>
              <a:t>Specific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One workflow step, measurable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474720"/>
            <a:ext cx="33832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Calibri"/>
              </a:defRPr>
            </a:pPr>
            <a:r>
              <a:t>Solvable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Deterministic logic, no hallucination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474720"/>
            <a:ext cx="33832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Calibri"/>
              </a:defRPr>
            </a:pPr>
            <a:r>
              <a:t>Scalable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$1.48M → $12M ROI roadmap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1069848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1206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Calibri"/>
              </a:defRPr>
            </a:pPr>
            <a:r>
              <a:t>I scoped to collision claims under $10K with no injuries — that's 60% of claim volume, lowest regulatory risk, fastest ROI.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ClaimFlow: Automated Triage in 10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Calibri"/>
              </a:defRPr>
            </a:pPr>
            <a:r>
              <a:t>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Claim Submitted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⏱️ 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5029200" cy="5943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Manual 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377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⏱️ 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Manual Assignment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⏱️ 10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5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Investigation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65759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⏱️ 2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Decision Made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4846320" cy="54864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Calibri"/>
              </a:defRPr>
            </a:pPr>
            <a:r>
              <a:t>Total: 2 hours 40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ClaimFlow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Claim Submitted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73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⏱️ 15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331720"/>
            <a:ext cx="530352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AI Triage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377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⏱️ 10 seconds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971800"/>
            <a:ext cx="530352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Auto-Assignment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017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⏱️ 5 seconds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575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Investigation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65759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⏱️ 2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97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Decision Made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029200"/>
            <a:ext cx="5029200" cy="5486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5074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Total: 2 hours 15 min  ·  15 min saved/claim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760720"/>
            <a:ext cx="5303520" cy="8229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Triage-Only ROI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806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0B981"/>
                </a:solidFill>
                <a:latin typeface="Calibri"/>
              </a:defRPr>
            </a:pPr>
            <a:r>
              <a:t>$1.48M/year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62179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30-day pilot, parallel running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760720"/>
            <a:ext cx="5029200" cy="82296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alibri"/>
              </a:defRPr>
            </a:pPr>
            <a:r>
              <a:t>Full Workflow ROI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5806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9488"/>
                </a:solidFill>
                <a:latin typeface="Calibri"/>
              </a:defRPr>
            </a:pPr>
            <a:r>
              <a:t>$12M/year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Full integration, 2hr saved/claim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Strategic Scoping: 60% of Volume, Lowest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Calibri"/>
              </a:defRPr>
            </a:pPr>
            <a:r>
              <a:t>Target 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3A5F"/>
                </a:solidFill>
                <a:latin typeface="Calibri"/>
              </a:defRPr>
            </a:pPr>
            <a:r>
              <a:t>Mid-Size Insurers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10K–50K claims/month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Regional &amp; national carriers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Calibri"/>
              </a:defRPr>
            </a:pPr>
            <a:r>
              <a:t>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3A5F"/>
                </a:solidFill>
                <a:latin typeface="Calibri"/>
              </a:defRPr>
            </a:pPr>
            <a:r>
              <a:t>Collision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Under $10K damage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377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No injuries (lower risk)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3832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3A5F"/>
                </a:solidFill>
                <a:latin typeface="Calibri"/>
              </a:defRPr>
            </a:pPr>
            <a:r>
              <a:t>60% of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High-frequency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377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Fast ROI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Calibri"/>
              </a:defRPr>
            </a:pPr>
            <a:r>
              <a:t>User Roles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49039"/>
            <a:ext cx="2560320" cy="14630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5F46"/>
                </a:solidFill>
                <a:latin typeface="Calibri"/>
              </a:defRPr>
            </a:pPr>
            <a:r>
              <a:t>Junior Adjuster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Fast-Track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26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Speed-focused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3749039"/>
            <a:ext cx="2560320" cy="14630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490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2400E"/>
                </a:solidFill>
                <a:latin typeface="Calibri"/>
              </a:defRPr>
            </a:pPr>
            <a:r>
              <a:t>Standard Adjuster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4206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Standard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4526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Context + escalation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749039"/>
            <a:ext cx="2560320" cy="146304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12E81"/>
                </a:solidFill>
                <a:latin typeface="Calibri"/>
              </a:defRPr>
            </a:pPr>
            <a:r>
              <a:t>Senior Adjuster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206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Fraud Investigation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526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Red flags surfaced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749039"/>
            <a:ext cx="2560320" cy="1463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1832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206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Operations Center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526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Workload monitoring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566928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Each role sees only what they need. Admin sees the full platform. Adjusters see their queue and personal stats.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Built in a Day: Strategic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✓ Deterministic AI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No LLMs, no hallucinations. Every decision cites exact fields.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✓ SQLite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Fast prototyping. Swappable to Postgres in 2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✓ React + Tailwind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Role-based UX built in hours. 7 user profiles.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✓ Fraud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4 automated signals with visual prominence.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✓ Dual ROI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Phase 1 vs Phase 3 with clear assumptions.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Calibri"/>
              </a:defRPr>
            </a:pPr>
            <a:r>
              <a:t>Strategic Trade-Offs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737360"/>
            <a:ext cx="54864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1828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❌ No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148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Auth0 = 1 day. Spent it on fraud detection instead.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4688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9488"/>
                </a:solidFill>
                <a:latin typeface="Calibri"/>
              </a:defRPr>
            </a:pPr>
            <a:r>
              <a:t>Add in Phase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017520"/>
            <a:ext cx="54864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3108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❌ No Production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429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SQLite proves it works. Postgres doesn't change the value prop.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7490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9488"/>
                </a:solidFill>
                <a:latin typeface="Calibri"/>
              </a:defRPr>
            </a:pPr>
            <a:r>
              <a:t>Swap to Postgres in 2 hours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4297680"/>
            <a:ext cx="54864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4389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❌ No Live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709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Localhost demo proves functionality. AWS doesn't change ROI.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0292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9488"/>
                </a:solidFill>
                <a:latin typeface="Calibri"/>
              </a:defRPr>
            </a:pPr>
            <a:r>
              <a:t>Deploy to AWS in Phase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760720"/>
            <a:ext cx="10698480" cy="822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Calibri"/>
              </a:defRPr>
            </a:pPr>
            <a:r>
              <a:t>Every trade-off prioritized proving the AI works over production infrastructure. That's what pilots are for.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3A5F"/>
                </a:solidFill>
                <a:latin typeface="Calibri"/>
              </a:defRPr>
            </a:pPr>
            <a:r>
              <a:t>ClaimFlow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D9488"/>
                </a:solidFill>
                <a:latin typeface="Calibri"/>
              </a:defRPr>
            </a:pPr>
            <a:r>
              <a:t>Built in an afternoon and evening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017520"/>
            <a:ext cx="3962095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F172A"/>
                </a:solidFill>
                <a:latin typeface="Calibri"/>
              </a:defRPr>
            </a:pPr>
            <a:r>
              <a:t>Strategic scoping. Rapid validation. Business outcomes.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023360"/>
            <a:ext cx="3962095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GitHub: github.com/mjgard47/tenex-insurance-claims-triage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Demo: localhost:5173 (setup in README)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3A5F"/>
                </a:solidFill>
                <a:latin typeface="Calibri"/>
              </a:defRPr>
            </a:pPr>
            <a:r>
              <a:t>Thanks for watching. I'd love to build the future of work with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8B3F53C-06ED-4A4C-93F7-C6045BED6B82}">
  <we:reference id="wa200010001" version="1.0.0.0" store="en-US" storeType="OMEX"/>
  <we:alternateReferences>
    <we:reference id="WA200010001" version="1.0.0.0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642</Words>
  <Application>Microsoft Office PowerPoint</Application>
  <PresentationFormat>Widescreen</PresentationFormat>
  <Paragraphs>127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Gardner</cp:lastModifiedBy>
  <cp:revision>2</cp:revision>
  <dcterms:created xsi:type="dcterms:W3CDTF">2013-01-27T09:14:16Z</dcterms:created>
  <dcterms:modified xsi:type="dcterms:W3CDTF">2026-03-26T15:03:31Z</dcterms:modified>
  <cp:category/>
</cp:coreProperties>
</file>