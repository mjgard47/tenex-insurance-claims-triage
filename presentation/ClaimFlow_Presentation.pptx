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D9488"/>
                </a:solidFill>
                <a:latin typeface="Calibri"/>
              </a:defRPr>
            </a:pPr>
            <a:r>
              <a:t>AI-Powered Insurance Claims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962095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Michael Gardner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Calibri"/>
              </a:defRPr>
            </a:pPr>
            <a:r>
              <a:t>Tenex AI Strategist — Build First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The Problem: Manual Triage Wastes Time &amp; Money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15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wasted per claim on manual triage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632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$1.48M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49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annual waste at 10K claims/month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41148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09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709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59E0B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394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Calibri"/>
              </a:defRPr>
            </a:pPr>
            <a:r>
              <a:t>of claims are simple collisions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188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Current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7373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1. Claim Submitted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02996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15 min — Policyholder fills 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468880"/>
            <a:ext cx="6217920" cy="7315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2514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2. Manual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80720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15 min — Adjuster reads, categorizes  ← THIS IS THE WASTE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291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3. Manual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5844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10 min — Manager assigns to adjuster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069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4. Investigation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36168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2 hours — Adjuster reviews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846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5. Decision Made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13892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Approved, denied, or escalated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52160"/>
            <a:ext cx="10698480" cy="73152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F172A"/>
                </a:solidFill>
                <a:latin typeface="Calibri"/>
              </a:defRPr>
            </a:pPr>
            <a:r>
              <a:t>Before any investigation begins, adjusters waste 15 minutes deciding if a claim is simple or complex.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Why I Chose This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6984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F172A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Calibri"/>
              </a:defRPr>
            </a:pPr>
            <a:r>
              <a:t>Personal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A couple years ago, I got in a fender bender. The insurance experience was a mess:</a:t>
            </a:r>
            <a:br/>
            <a:r>
              <a:t>• Lost my claim twice</a:t>
            </a:r>
            <a:br/>
            <a:r>
              <a:t>• Re-submitted documentation 3 times</a:t>
            </a:r>
            <a:br/>
            <a:r>
              <a:t>• Took 6 weeks to get paid</a:t>
            </a:r>
            <a:br/>
            <a:br/>
            <a:r>
              <a:t>When I started thinking about problems to solve, I wanted low-hanging fruit that AI could solve today.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33832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One workflow step, measurable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474720"/>
            <a:ext cx="33832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Solvable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Deterministic logic, no hallucination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74720"/>
            <a:ext cx="338328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Scalable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$1.48M → $12M ROI roadmap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698480" cy="9144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I scoped to collision claims under $10K with no injuries — that's 60% of claim volume, lowest regulatory risk, fastest ROI.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ClaimFlow: Automated Triage in 10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Claim Submitted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15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502920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Manual 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Manual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59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2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Decision Made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4846320" cy="54864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Total: 2 hours 40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ClaimFlow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Claim Submitted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15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331720"/>
            <a:ext cx="530352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AI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10 seconds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971800"/>
            <a:ext cx="530352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Auto-Assignment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5 seconds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59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Investigation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575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⏱️ 2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Decision Made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029200"/>
            <a:ext cx="5029200" cy="5486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Calibri"/>
              </a:defRPr>
            </a:pPr>
            <a:r>
              <a:t>Total: 2 hours 15 min  ·  15 min saved/claim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5303520" cy="8229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Triage-Only ROI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806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$1.48M/year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6217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30-day pilot, parallel running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760720"/>
            <a:ext cx="5029200" cy="8229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806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alibri"/>
              </a:defRPr>
            </a:pPr>
            <a:r>
              <a:t>Full Workflow ROI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806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Calibri"/>
              </a:defRPr>
            </a:pPr>
            <a:r>
              <a:t>$12M/year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Full integration, 2hr saved/claim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Strategic Scoping: 60% of Volume, Lowest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Target Market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Mid-Size Insurers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10K–50K claims/month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Regional &amp; national carriers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Collision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Under $10K damage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 injuries (lower risk)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F172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3A5F"/>
                </a:solidFill>
                <a:latin typeface="Calibri"/>
              </a:defRPr>
            </a:pPr>
            <a:r>
              <a:t>60% of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Calibri"/>
              </a:defRPr>
            </a:pPr>
            <a:r>
              <a:t>High-frequency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Fast ROI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2560320" cy="146304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5F46"/>
                </a:solidFill>
                <a:latin typeface="Calibri"/>
              </a:defRPr>
            </a:pPr>
            <a:r>
              <a:t>Junior Adjuster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Fast-Track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Speed-focused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3749039"/>
            <a:ext cx="2560320" cy="14630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  <a:latin typeface="Calibri"/>
              </a:defRPr>
            </a:pPr>
            <a:r>
              <a:t>Standard Adjuster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Standard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Context + escalation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39"/>
            <a:ext cx="2560320" cy="1463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12E81"/>
                </a:solidFill>
                <a:latin typeface="Calibri"/>
              </a:defRPr>
            </a:pPr>
            <a:r>
              <a:t>Senior Adjuster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Fraud Investigation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Red flags surfaced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749039"/>
            <a:ext cx="2560320" cy="1463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Calibri"/>
              </a:defRPr>
            </a:pPr>
            <a:r>
              <a:t>Operations Center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Workload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66928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Each role sees only what they need. Admin sees the full platform. Adjusters see their queue and personal stats.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3A5F"/>
                </a:solidFill>
                <a:latin typeface="Calibri"/>
              </a:defRPr>
            </a:pPr>
            <a:r>
              <a:t>Built in a Day: Strategic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Deterministic AI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No LLMs, no hallucinations. Every decision cites exact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SQLite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Fast prototyping. Swappable to Postgres in 2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React + Tailwind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Role-based UX built in hours. 7 user profiles.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4 automated signals with visual prominence.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✓ Dual ROI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Phase 1 vs Phase 3 with clear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A5F"/>
                </a:solidFill>
                <a:latin typeface="Calibri"/>
              </a:defRPr>
            </a:pPr>
            <a:r>
              <a:t>Strategic Trade-Offs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73736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❌ 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148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Auth0 = 1 day. Spent it on fraud detection instead.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688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Add in Phase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01752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108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❌ No Production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SQLite proves it works. Postgres doesn't change the value prop.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49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Swap to Postgres in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297680"/>
            <a:ext cx="54864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Calibri"/>
              </a:defRPr>
            </a:pPr>
            <a:r>
              <a:t>❌ No Live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Localhost demo proves functionality. AWS doesn't change ROI.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29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Calibri"/>
              </a:defRPr>
            </a:pPr>
            <a:r>
              <a:t>Deploy to AWS in Phase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60720"/>
            <a:ext cx="10698480" cy="8229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Calibri"/>
              </a:defRPr>
            </a:pPr>
            <a:r>
              <a:t>Every trade-off prioritized proving the AI works over production infrastructure. That's what pilots are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A5F"/>
                </a:solidFill>
                <a:latin typeface="Calibri"/>
              </a:defRPr>
            </a:pPr>
            <a:r>
              <a:t>ClaimFlow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D9488"/>
                </a:solidFill>
                <a:latin typeface="Calibri"/>
              </a:defRPr>
            </a:pPr>
            <a:r>
              <a:t>Built in an afternoon and evening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62095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Calibri"/>
              </a:defRPr>
            </a:pPr>
            <a:r>
              <a:t>Strategic scoping. Rapid validation. Business outcomes.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023360"/>
            <a:ext cx="3962095" cy="25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GitHub: github.com/mjgard47/tenex-insurance-claims-triage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Demo: localhost:5173 (setup in README)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3A5F"/>
                </a:solidFill>
                <a:latin typeface="Calibri"/>
              </a:defRPr>
            </a:pPr>
            <a:r>
              <a:t>Thanks for watching. I'd love to build the future of work with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